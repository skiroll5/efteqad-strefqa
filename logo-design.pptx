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>
        <p:scale>
          <a:sx n="102" d="100"/>
          <a:sy n="102" d="100"/>
        </p:scale>
        <p:origin x="2106" y="18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7509-34F3-1EDE-0F24-C2E6A7BD2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956D3-87BC-317D-FB0C-4F681EFFE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3C3EC-A369-7D23-393D-023133E4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439F-1EF9-D7EC-7CB4-22067994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B506-E8E4-B25E-2847-E5AB5DC1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34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01BE-78B1-B402-2CFE-3DA63E05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BE9C-14C6-A0F1-49C3-C8D70434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21C66-B6A9-046B-80D7-BF23487C3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F9CEB-8E86-A519-6AE6-DBC25DC5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94AB-925C-CA49-46EC-CDEFD24D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3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2911-BDB3-7CBE-1116-7B852BFC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CC1E5-2B8C-9C21-5AC6-322D2C846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0B609-BCD0-CC15-D345-6A43C98C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4F6D8-EA83-7028-6F93-8AC00760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6E73D-EE04-4F65-4EB8-ADA7DFA9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61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E84F-F30C-31EF-1E2D-4F8168E8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34F68-7E74-20DC-0534-FE5846634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E19FB-8F39-2BB6-610F-9DFA84ABD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582F9-3FA3-1230-9FDC-AD97B485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6592A-E0E1-663F-1586-0C2484D0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ED495-2B7B-E6A7-9D13-1659F32F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28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C20A-8F79-ED5F-1C8A-AF45D3DC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012DA-C95A-83F0-37F2-CA0FF871F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BF618-0650-7AD3-91CA-F8B0C6BAD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F8EE1-A0E0-9A5E-46DF-946068F01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5DD2A-31EA-D113-858C-A1CA5663E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23F10-E970-D5B1-BC45-64475C49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D7E69-4ECC-1824-10CC-98815E16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70CD4-BFAC-D22C-71D3-4BBC5DE9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08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BD1B-73FB-A946-1A0A-1D24DFFCF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6FDFD-A262-5492-993C-5A955BD5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DF54C-F8AC-F637-4575-939F8BF4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D671E-A0B1-3CAB-9104-AABA3644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65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2F95B-2B72-EDA9-51CD-13A9A07F5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FB704-D3D1-35A2-C450-6E8FFE2A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43A65-C5B0-780F-C2FF-90860D79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60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CA50-D4EE-5589-6B54-A9361F1F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3BC3-3B6C-A533-7F57-D63DBCE93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C543A-3DE1-F2AF-3571-62D665E93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A0E58-6511-FA0A-FC6C-E34827ED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5654C-76D2-4221-62A4-1278381E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A3E07-1160-F0FD-C016-52502A62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38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ABEE-DB21-D9B2-D1FE-07ABF81C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475AD-0213-6957-9A76-310E9C4EE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435F0-2A83-8AFC-38E7-AE4408181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56767-66AE-9DFA-ACBC-6A48543B8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B1AFB-5B2B-7333-516C-61BBC1AD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7EBE4-EEC8-C218-D812-480D7FB5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96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A0A4-7978-1FCE-14C6-6E170B83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D7DD9-D74D-E120-CA5B-CB24EB3AD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F0CD-74CD-BFE3-1ED1-DE3DD6DF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73A8D-2DBB-36B8-4925-186779E59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55037-A587-728E-7F1A-D9D6EC4F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8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F9EC47-87BB-2952-F1AB-7E1CB1FAB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21253-6F1D-A685-823E-56EEDDC85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5FC22-15EA-9ACC-6CB4-68AC03FB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6D26-80F4-3977-9B79-14FA3E49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45930-62D5-66B5-4DA4-6A8490FB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45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C8133-CFC4-C078-9567-F2DEB832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FC83A-A4A0-83FB-A9E0-D7DFF5013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BEE2F-B697-5829-283C-226883258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535F0-6215-4E77-B1C6-7E7EE450F867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B24C-FB66-84DF-CA9C-321DD11AE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EB9E3-6368-C779-1A2E-3B7325C7E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0640-66F7-4B66-9AF7-924C4A469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4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2C268-16E3-2020-1CFC-C29CC4B8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20C8CC8-3189-E274-C0E2-A8958E57B7D3}"/>
              </a:ext>
            </a:extLst>
          </p:cNvPr>
          <p:cNvGrpSpPr/>
          <p:nvPr/>
        </p:nvGrpSpPr>
        <p:grpSpPr>
          <a:xfrm>
            <a:off x="1524000" y="-1143000"/>
            <a:ext cx="9144000" cy="9144000"/>
            <a:chOff x="1524000" y="-1143000"/>
            <a:chExt cx="9144000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53B246-53F5-8518-2144-ECA5AF96316E}"/>
                </a:ext>
              </a:extLst>
            </p:cNvPr>
            <p:cNvSpPr/>
            <p:nvPr/>
          </p:nvSpPr>
          <p:spPr>
            <a:xfrm>
              <a:off x="1524000" y="-1143000"/>
              <a:ext cx="9144000" cy="9144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CF3C80F-9D8A-C3C8-0B1F-37975F557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61509" y="0"/>
              <a:ext cx="68689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0910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02BF0-116C-35EA-F3BD-6DF73D55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801FFB-E41F-4430-50C2-5BDBF1A6F9A3}"/>
              </a:ext>
            </a:extLst>
          </p:cNvPr>
          <p:cNvGrpSpPr/>
          <p:nvPr/>
        </p:nvGrpSpPr>
        <p:grpSpPr>
          <a:xfrm>
            <a:off x="1524000" y="-1143000"/>
            <a:ext cx="9144000" cy="9144000"/>
            <a:chOff x="1524000" y="-1143000"/>
            <a:chExt cx="9144000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E6370A-497B-F9DC-F355-53C7875FC87F}"/>
                </a:ext>
              </a:extLst>
            </p:cNvPr>
            <p:cNvSpPr/>
            <p:nvPr/>
          </p:nvSpPr>
          <p:spPr>
            <a:xfrm>
              <a:off x="1524000" y="-1143000"/>
              <a:ext cx="9144000" cy="9144000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9EF08D7B-540D-3F57-78A4-FFF811831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61509" y="0"/>
              <a:ext cx="686898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48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80676-F7FA-C887-DE03-59D8F014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497519B-C1D9-276A-3092-3C6EFDC7BC55}"/>
              </a:ext>
            </a:extLst>
          </p:cNvPr>
          <p:cNvGrpSpPr/>
          <p:nvPr/>
        </p:nvGrpSpPr>
        <p:grpSpPr>
          <a:xfrm>
            <a:off x="1516679" y="-1143000"/>
            <a:ext cx="9158642" cy="9144000"/>
            <a:chOff x="1516679" y="-1143000"/>
            <a:chExt cx="9158642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54F6F2-F369-2662-DA45-06DAC0A4BA4A}"/>
                </a:ext>
              </a:extLst>
            </p:cNvPr>
            <p:cNvSpPr/>
            <p:nvPr/>
          </p:nvSpPr>
          <p:spPr>
            <a:xfrm>
              <a:off x="1524000" y="-1143000"/>
              <a:ext cx="9144000" cy="9144000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1181498-54A7-8563-12E2-16EFDC6EE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6679" y="-1143000"/>
              <a:ext cx="9158642" cy="914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95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73717-A663-A3A5-0C30-1BE8FCBE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E91B5AA-3CB8-B3E7-F69B-62E2920A8053}"/>
              </a:ext>
            </a:extLst>
          </p:cNvPr>
          <p:cNvGrpSpPr/>
          <p:nvPr/>
        </p:nvGrpSpPr>
        <p:grpSpPr>
          <a:xfrm>
            <a:off x="2286000" y="1905000"/>
            <a:ext cx="7620000" cy="3048000"/>
            <a:chOff x="2286000" y="1905000"/>
            <a:chExt cx="7620000" cy="304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B8BE81-F78E-7F12-3EBC-CC119DF18000}"/>
                </a:ext>
              </a:extLst>
            </p:cNvPr>
            <p:cNvSpPr/>
            <p:nvPr/>
          </p:nvSpPr>
          <p:spPr>
            <a:xfrm>
              <a:off x="2286000" y="1905000"/>
              <a:ext cx="7620000" cy="3048000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C1C1C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DA4283A-A9BC-CB25-E2FA-D8F29DD042D8}"/>
                </a:ext>
              </a:extLst>
            </p:cNvPr>
            <p:cNvGrpSpPr/>
            <p:nvPr/>
          </p:nvGrpSpPr>
          <p:grpSpPr>
            <a:xfrm>
              <a:off x="2427368" y="2856148"/>
              <a:ext cx="7337265" cy="1145704"/>
              <a:chOff x="2427368" y="2980066"/>
              <a:chExt cx="7337265" cy="1145704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7D3FFD7-6F00-D94C-95F7-3F7E6BBB334F}"/>
                  </a:ext>
                </a:extLst>
              </p:cNvPr>
              <p:cNvSpPr txBox="1"/>
              <p:nvPr/>
            </p:nvSpPr>
            <p:spPr>
              <a:xfrm>
                <a:off x="2427368" y="2980066"/>
                <a:ext cx="733726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ar-EG" sz="3600" dirty="0">
                    <a:solidFill>
                      <a:srgbClr val="1C1C1C"/>
                    </a:solidFill>
                    <a:latin typeface="ae_Sharjah" panose="02060603050605020204" pitchFamily="18" charset="-78"/>
                    <a:cs typeface="ae_Sharjah" panose="02060603050605020204" pitchFamily="18" charset="-78"/>
                  </a:rPr>
                  <a:t>كنيسة الشهيدة رفقة وأولادها بالقناطر الخيرية</a:t>
                </a:r>
                <a:endParaRPr lang="en-GB" sz="3600" dirty="0">
                  <a:solidFill>
                    <a:srgbClr val="1C1C1C"/>
                  </a:solidFill>
                  <a:latin typeface="ae_Sharjah" panose="02060603050605020204" pitchFamily="18" charset="-78"/>
                  <a:cs typeface="ae_Sharjah" panose="02060603050605020204" pitchFamily="18" charset="-78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1BC42D-42E9-F1E4-FFA9-5B8CB05D26E9}"/>
                  </a:ext>
                </a:extLst>
              </p:cNvPr>
              <p:cNvSpPr txBox="1"/>
              <p:nvPr/>
            </p:nvSpPr>
            <p:spPr>
              <a:xfrm>
                <a:off x="2658200" y="3664105"/>
                <a:ext cx="6875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ar-EG" sz="2400" dirty="0">
                    <a:solidFill>
                      <a:srgbClr val="1C1C1C"/>
                    </a:solidFill>
                    <a:latin typeface="Amiri" panose="00000500000000000000" pitchFamily="2" charset="-78"/>
                    <a:ea typeface="Amiri" panose="00000500000000000000" pitchFamily="2" charset="-78"/>
                    <a:cs typeface="Amiri" panose="00000500000000000000" pitchFamily="2" charset="-78"/>
                  </a:rPr>
                  <a:t>"اِحْفَظِ الْوَدِيعَةَ الصَّالِحَةَ بِالرُّوحِ الْقُدُسِ السَّاكِنِ فِينَا." (2 تي 1: 14).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765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57033-6397-023D-24D5-3DE55921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0038935-560D-2AD0-35C1-CAE4801B8980}"/>
              </a:ext>
            </a:extLst>
          </p:cNvPr>
          <p:cNvGrpSpPr/>
          <p:nvPr/>
        </p:nvGrpSpPr>
        <p:grpSpPr>
          <a:xfrm>
            <a:off x="2286000" y="1905000"/>
            <a:ext cx="7620000" cy="3048000"/>
            <a:chOff x="2286000" y="1905000"/>
            <a:chExt cx="7620000" cy="304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DC0CEB-F5D2-4E5D-685C-1D58A04672A4}"/>
                </a:ext>
              </a:extLst>
            </p:cNvPr>
            <p:cNvSpPr/>
            <p:nvPr/>
          </p:nvSpPr>
          <p:spPr>
            <a:xfrm>
              <a:off x="2286000" y="1905000"/>
              <a:ext cx="7620000" cy="3048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C1C1C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D26F607-C134-5BBB-3CBE-7D8F34B74130}"/>
                </a:ext>
              </a:extLst>
            </p:cNvPr>
            <p:cNvSpPr txBox="1"/>
            <p:nvPr/>
          </p:nvSpPr>
          <p:spPr>
            <a:xfrm>
              <a:off x="2533166" y="2551837"/>
              <a:ext cx="712566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ar-EG" sz="5400" dirty="0">
                  <a:solidFill>
                    <a:srgbClr val="FDFDFD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  <a:t>كنيسة الشهيدة رفقة وأولادها</a:t>
              </a:r>
              <a:br>
                <a:rPr lang="ar-EG" sz="5400" dirty="0">
                  <a:solidFill>
                    <a:srgbClr val="FDFDFD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</a:br>
              <a:r>
                <a:rPr lang="ar-EG" sz="5400" dirty="0">
                  <a:solidFill>
                    <a:srgbClr val="FDFDFD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  <a:t>بالقناطر الخيرية</a:t>
              </a:r>
              <a:endParaRPr lang="en-GB" sz="5400" dirty="0">
                <a:solidFill>
                  <a:srgbClr val="FDFDFD"/>
                </a:solidFill>
                <a:latin typeface="ae_Sharjah" panose="02060603050605020204" pitchFamily="18" charset="-78"/>
                <a:cs typeface="ae_Sharjah" panose="02060603050605020204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30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91518-F5C6-B6AA-E05D-9FE2BDA4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5EFFB77-D682-6CFC-185A-70B35A453AF6}"/>
              </a:ext>
            </a:extLst>
          </p:cNvPr>
          <p:cNvGrpSpPr/>
          <p:nvPr/>
        </p:nvGrpSpPr>
        <p:grpSpPr>
          <a:xfrm>
            <a:off x="2286000" y="1905000"/>
            <a:ext cx="7620000" cy="3048000"/>
            <a:chOff x="2286000" y="1905000"/>
            <a:chExt cx="7620000" cy="304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0BF374-50F9-4A6E-B98E-B3D7490A2659}"/>
                </a:ext>
              </a:extLst>
            </p:cNvPr>
            <p:cNvSpPr/>
            <p:nvPr/>
          </p:nvSpPr>
          <p:spPr>
            <a:xfrm>
              <a:off x="2286000" y="1905000"/>
              <a:ext cx="7620000" cy="3048000"/>
            </a:xfrm>
            <a:prstGeom prst="rect">
              <a:avLst/>
            </a:prstGeom>
            <a:solidFill>
              <a:srgbClr val="FDFD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1C1C1C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07F9F9D-639B-FB08-C8CB-F4251538B61E}"/>
                </a:ext>
              </a:extLst>
            </p:cNvPr>
            <p:cNvSpPr txBox="1"/>
            <p:nvPr/>
          </p:nvSpPr>
          <p:spPr>
            <a:xfrm>
              <a:off x="2533166" y="2551837"/>
              <a:ext cx="7125669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rtl="1"/>
              <a:r>
                <a:rPr lang="ar-EG" sz="5400" dirty="0">
                  <a:solidFill>
                    <a:srgbClr val="1C1C1C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  <a:t>كنيسة الشهيدة رفقة وأولادها</a:t>
              </a:r>
              <a:br>
                <a:rPr lang="ar-EG" sz="5400" dirty="0">
                  <a:solidFill>
                    <a:srgbClr val="1C1C1C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</a:br>
              <a:r>
                <a:rPr lang="ar-EG" sz="5400" dirty="0">
                  <a:solidFill>
                    <a:srgbClr val="1C1C1C"/>
                  </a:solidFill>
                  <a:latin typeface="ae_Sharjah" panose="02060603050605020204" pitchFamily="18" charset="-78"/>
                  <a:cs typeface="ae_Sharjah" panose="02060603050605020204" pitchFamily="18" charset="-78"/>
                </a:rPr>
                <a:t>بالقناطر الخيرية</a:t>
              </a:r>
              <a:endParaRPr lang="en-GB" sz="5400" dirty="0">
                <a:solidFill>
                  <a:srgbClr val="1C1C1C"/>
                </a:solidFill>
                <a:latin typeface="ae_Sharjah" panose="02060603050605020204" pitchFamily="18" charset="-78"/>
                <a:cs typeface="ae_Sharjah" panose="02060603050605020204" pitchFamily="18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3962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36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ae_Sharjah</vt:lpstr>
      <vt:lpstr>Amiri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KYROLLOS EMAD HELMY REZKALLAH</dc:creator>
  <cp:lastModifiedBy>KYROLLOS EMAD HELMY REZKALLAH</cp:lastModifiedBy>
  <cp:revision>1</cp:revision>
  <dcterms:created xsi:type="dcterms:W3CDTF">2026-01-21T21:03:45Z</dcterms:created>
  <dcterms:modified xsi:type="dcterms:W3CDTF">2026-01-21T23:56:31Z</dcterms:modified>
</cp:coreProperties>
</file>